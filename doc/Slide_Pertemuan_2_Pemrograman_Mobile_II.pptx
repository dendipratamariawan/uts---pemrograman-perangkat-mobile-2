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714" y="11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4" cy="1373070"/>
          </a:xfrm>
        </p:spPr>
        <p:txBody>
          <a:bodyPr anchor="b">
            <a:noAutofit/>
          </a:bodyPr>
          <a:lstStyle>
            <a:lvl1pPr algn="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322" y="4394039"/>
            <a:ext cx="8144134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5346" y="2750337"/>
            <a:ext cx="1171888" cy="1356442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00834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54405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4232171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5" y="2869895"/>
            <a:ext cx="1154151" cy="1090789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31626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0" y="2336873"/>
            <a:ext cx="4698358" cy="359931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8" cy="359931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22665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753229"/>
            <a:ext cx="9613863" cy="10809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350" y="2336873"/>
            <a:ext cx="4472327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2" y="3030008"/>
            <a:ext cx="4698355" cy="290617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0154" y="2336873"/>
            <a:ext cx="4474028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3" y="3030008"/>
            <a:ext cx="4700059" cy="290617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82764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61159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72637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6" y="2336873"/>
            <a:ext cx="5608336" cy="359931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2336872"/>
            <a:ext cx="3790078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04045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68333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3" y="2336873"/>
            <a:ext cx="3876256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26689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6"/>
            <a:ext cx="9613859" cy="453051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2" y="609597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19" y="5169583"/>
            <a:ext cx="9613862" cy="6229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309"/>
            <a:ext cx="1154151" cy="1090789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3188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609597"/>
            <a:ext cx="9613858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615"/>
            <a:ext cx="1154151" cy="1090789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29656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88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955170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4711615"/>
            <a:ext cx="9613862" cy="5885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0" y="5300149"/>
            <a:ext cx="9613862" cy="50225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22540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2" y="753228"/>
            <a:ext cx="96249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6" y="2336873"/>
            <a:ext cx="307003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3"/>
            <a:ext cx="3049702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0" y="3022673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6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6" y="3022673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41558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18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18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18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0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7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78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7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316154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89260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8116207" y="1869395"/>
            <a:ext cx="5106988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9231" y="609597"/>
            <a:ext cx="1073802" cy="435376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322" y="609597"/>
            <a:ext cx="8870004" cy="532658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07126" y="5936187"/>
            <a:ext cx="27432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321" y="5936188"/>
            <a:ext cx="612680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7550" y="5398633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813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68681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000" dirty="0" err="1"/>
              <a:t>Pemrograman</a:t>
            </a:r>
            <a:r>
              <a:rPr sz="4000" dirty="0"/>
              <a:t> </a:t>
            </a:r>
            <a:r>
              <a:rPr sz="4000" dirty="0" err="1"/>
              <a:t>Perangkat</a:t>
            </a:r>
            <a:r>
              <a:rPr sz="4000" dirty="0"/>
              <a:t> Mobile II</a:t>
            </a:r>
          </a:p>
          <a:p>
            <a:r>
              <a:rPr sz="4000" dirty="0" err="1"/>
              <a:t>Pertemuan</a:t>
            </a:r>
            <a:r>
              <a:rPr sz="4000" dirty="0"/>
              <a:t> 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Komponen Lanjutan (Functional Component, Props, dan Hooks)</a:t>
            </a:r>
          </a:p>
          <a:p>
            <a:r>
              <a:t>Edi Suherlan, S.Kom., M.TI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Tujuan Pertemuan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Setelah pertemuan ini mahasiswa mampu:</a:t>
            </a:r>
          </a:p>
          <a:p>
            <a:pPr lvl="1"/>
            <a:r>
              <a:t>Memahami konsep functional component</a:t>
            </a:r>
          </a:p>
          <a:p>
            <a:pPr lvl="1"/>
            <a:r>
              <a:t>Menggunakan props secara dinamis</a:t>
            </a:r>
          </a:p>
          <a:p>
            <a:pPr lvl="1"/>
            <a:r>
              <a:t>Membuat reusable component</a:t>
            </a:r>
          </a:p>
          <a:p>
            <a:pPr lvl="1"/>
            <a:r>
              <a:t>Mengelola state dengan useState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Mengapa Konsep Modular Penting?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Aplikasi profesional tidak ditulis dalam satu file besar</a:t>
            </a:r>
          </a:p>
          <a:p>
            <a:pPr lvl="1"/>
            <a:r>
              <a:t>Kode menjadi lebih rapi dan mudah dibaca</a:t>
            </a:r>
          </a:p>
          <a:p>
            <a:pPr lvl="1"/>
            <a:r>
              <a:t>Memudahkan pengembangan tim</a:t>
            </a:r>
          </a:p>
          <a:p>
            <a:pPr lvl="1"/>
            <a:r>
              <a:t>Mengurangi duplikasi kode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Apa itu Functional Component?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Komponen berbentuk fungsi JavaScript</a:t>
            </a:r>
          </a:p>
          <a:p>
            <a:pPr lvl="1"/>
            <a:r>
              <a:t>Digunakan untuk menampilkan UI</a:t>
            </a:r>
          </a:p>
          <a:p>
            <a:pPr lvl="1"/>
            <a:r>
              <a:t>Lebih sederhana dibanding class component</a:t>
            </a:r>
          </a:p>
          <a:p>
            <a:pPr lvl="1"/>
            <a:r>
              <a:t>Mendukung penggunaan hooks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Contoh Functional Component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export default function Header() {</a:t>
            </a:r>
          </a:p>
          <a:p>
            <a:pPr lvl="1"/>
            <a:r>
              <a:t>  return (&lt;Text&gt;Aplikasi Mobile&lt;/Text&gt;);</a:t>
            </a:r>
          </a:p>
          <a:p>
            <a:pPr lvl="1"/>
            <a:r>
              <a:t>}</a:t>
            </a:r>
          </a:p>
          <a:p>
            <a:pPr lvl="1"/>
            <a:r>
              <a:t>Komponen dapat dipanggil di file lain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Apa itu Props?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Props = properties (parameter pada komponen)</a:t>
            </a:r>
          </a:p>
          <a:p>
            <a:pPr lvl="1"/>
            <a:r>
              <a:t>Digunakan untuk mengirim data dari parent ke child</a:t>
            </a:r>
          </a:p>
          <a:p>
            <a:pPr lvl="1"/>
            <a:r>
              <a:t>Membuat komponen menjadi dinamis</a:t>
            </a:r>
          </a:p>
          <a:p>
            <a:pPr lvl="1"/>
            <a:r>
              <a:t>Bisa mengirim teks, angka, atau fungsi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Analogi Props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function sapa(nama) {</a:t>
            </a:r>
          </a:p>
          <a:p>
            <a:pPr lvl="1"/>
            <a:r>
              <a:t>  return 'Halo ' + nama;</a:t>
            </a:r>
          </a:p>
          <a:p>
            <a:pPr lvl="1"/>
            <a:r>
              <a:t>}</a:t>
            </a:r>
          </a:p>
          <a:p>
            <a:pPr lvl="1"/>
            <a:r>
              <a:t>Props bekerja seperti parameter pada fungsi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Contoh Penggunaan Props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function Card({ title, description }) {</a:t>
            </a:r>
          </a:p>
          <a:p>
            <a:pPr lvl="1"/>
            <a:r>
              <a:t>  return (</a:t>
            </a:r>
          </a:p>
          <a:p>
            <a:pPr lvl="1"/>
            <a:r>
              <a:t>    &lt;Text&gt;{title}&lt;/Text&gt;</a:t>
            </a:r>
          </a:p>
          <a:p>
            <a:pPr lvl="1"/>
            <a:r>
              <a:t>  );</a:t>
            </a:r>
          </a:p>
          <a:p>
            <a:pPr lvl="1"/>
            <a:r>
              <a:t>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Reusable Component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Komponen yang bisa digunakan lebih dari satu kali</a:t>
            </a:r>
          </a:p>
          <a:p>
            <a:pPr lvl="1"/>
            <a:r>
              <a:t>Mengurangi duplikasi kode</a:t>
            </a:r>
          </a:p>
          <a:p>
            <a:pPr lvl="1"/>
            <a:r>
              <a:t>Mempercepat pengembangan aplikasi</a:t>
            </a:r>
          </a:p>
          <a:p>
            <a:pPr lvl="1"/>
            <a:r>
              <a:t>Membuat project lebih profesional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Contoh Reusable Button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function CustomButton({ title, onPress }) {</a:t>
            </a:r>
          </a:p>
          <a:p>
            <a:pPr lvl="1"/>
            <a:r>
              <a:t>  return (</a:t>
            </a:r>
          </a:p>
          <a:p>
            <a:pPr lvl="1"/>
            <a:r>
              <a:t>    &lt;TouchableOpacity onPress={onPress}&gt;</a:t>
            </a:r>
          </a:p>
          <a:p>
            <a:pPr lvl="1"/>
            <a:r>
              <a:t>      &lt;Text&gt;{title}&lt;/Text&gt;</a:t>
            </a:r>
          </a:p>
          <a:p>
            <a:pPr lvl="1"/>
            <a:r>
              <a:t>    &lt;/TouchableOpacity&gt;</a:t>
            </a:r>
          </a:p>
          <a:p>
            <a:pPr lvl="1"/>
            <a:r>
              <a:t>  );</a:t>
            </a:r>
          </a:p>
          <a:p>
            <a:pPr lvl="1"/>
            <a:r>
              <a:t>}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Apa itu State?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State adalah data yang bisa berubah</a:t>
            </a:r>
          </a:p>
          <a:p>
            <a:pPr lvl="1"/>
            <a:r>
              <a:t>Contoh: counter, login status, input text</a:t>
            </a:r>
          </a:p>
          <a:p>
            <a:pPr lvl="1"/>
            <a:r>
              <a:t>Ketika state berubah, UI ikut berubah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Hook useState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Digunakan untuk mengelola state pada functional component</a:t>
            </a:r>
          </a:p>
          <a:p>
            <a:pPr lvl="1"/>
            <a:r>
              <a:t>Sintaks:</a:t>
            </a:r>
          </a:p>
          <a:p>
            <a:pPr lvl="1"/>
            <a:r>
              <a:t>const [state, setState] = useState(nilaiAwal);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Contoh Counter dengan useState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const [count, setCount] = useState(0);</a:t>
            </a:r>
          </a:p>
          <a:p>
            <a:pPr lvl="1"/>
            <a:r>
              <a:t>const increment = () =&gt; {</a:t>
            </a:r>
          </a:p>
          <a:p>
            <a:pPr lvl="1"/>
            <a:r>
              <a:t>  setCount(count + 1);</a:t>
            </a:r>
          </a:p>
          <a:p>
            <a:pPr lvl="1"/>
            <a:r>
              <a:t>}</a:t>
            </a:r>
          </a:p>
          <a:p>
            <a:pPr lvl="1"/>
            <a:r>
              <a:t>Perubahan state memicu render ulang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Bagaimana React Bekerja?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 menekan tombol</a:t>
            </a:r>
          </a:p>
          <a:p>
            <a:pPr lvl="1"/>
            <a:r>
              <a:t>State berubah</a:t>
            </a:r>
          </a:p>
          <a:p>
            <a:pPr lvl="1"/>
            <a:r>
              <a:t>Komponen melakukan render ulang</a:t>
            </a:r>
          </a:p>
          <a:p>
            <a:pPr lvl="1"/>
            <a:r>
              <a:t>Tampilan diperbarui otomatis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Praktikum Hari Ini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Membuat</a:t>
            </a:r>
            <a:r>
              <a:rPr dirty="0"/>
              <a:t> project Expo </a:t>
            </a:r>
            <a:r>
              <a:rPr dirty="0" err="1"/>
              <a:t>baru</a:t>
            </a:r>
            <a:endParaRPr dirty="0"/>
          </a:p>
          <a:p>
            <a:pPr lvl="1"/>
            <a:r>
              <a:rPr dirty="0" err="1"/>
              <a:t>Membuat</a:t>
            </a:r>
            <a:r>
              <a:rPr dirty="0"/>
              <a:t> folder components</a:t>
            </a:r>
          </a:p>
          <a:p>
            <a:pPr lvl="1"/>
            <a:r>
              <a:rPr dirty="0" err="1"/>
              <a:t>Membuat</a:t>
            </a:r>
            <a:r>
              <a:rPr dirty="0"/>
              <a:t> Header, Card, dan </a:t>
            </a:r>
            <a:r>
              <a:rPr dirty="0" err="1"/>
              <a:t>CustomButton</a:t>
            </a:r>
            <a:endParaRPr dirty="0"/>
          </a:p>
          <a:p>
            <a:pPr lvl="1"/>
            <a:r>
              <a:rPr dirty="0" err="1"/>
              <a:t>Membuat</a:t>
            </a:r>
            <a:r>
              <a:rPr dirty="0"/>
              <a:t> Counter dengan </a:t>
            </a:r>
            <a:r>
              <a:rPr dirty="0" err="1"/>
              <a:t>useState</a:t>
            </a:r>
            <a:endParaRPr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31768D7-BE21-465D-8D66-CCBF8884AE56}"/>
              </a:ext>
            </a:extLst>
          </p:cNvPr>
          <p:cNvSpPr/>
          <p:nvPr/>
        </p:nvSpPr>
        <p:spPr>
          <a:xfrm>
            <a:off x="2283282" y="4571111"/>
            <a:ext cx="775725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d-ID" sz="3600" b="1" dirty="0"/>
              <a:t>npx create-expo-app@latest . --yes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Tugas Individu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Buat aplikasi Profile App</a:t>
            </a:r>
          </a:p>
          <a:p>
            <a:pPr lvl="1"/>
            <a:r>
              <a:t>Minimal 2 reusable component</a:t>
            </a:r>
          </a:p>
          <a:p>
            <a:pPr lvl="1"/>
            <a:r>
              <a:t>Gunakan props</a:t>
            </a:r>
          </a:p>
          <a:p>
            <a:pPr lvl="1"/>
            <a:r>
              <a:t>Gunakan useState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Kriteria Penilaian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Functional Component (25%)</a:t>
            </a:r>
          </a:p>
          <a:p>
            <a:pPr lvl="1"/>
            <a:r>
              <a:t>Props (25%)</a:t>
            </a:r>
          </a:p>
          <a:p>
            <a:pPr lvl="1"/>
            <a:r>
              <a:t>Reusable Component (30%)</a:t>
            </a:r>
          </a:p>
          <a:p>
            <a:pPr lvl="1"/>
            <a:r>
              <a:t>useState (20%)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Refleksi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Apa fungsi functional component?</a:t>
            </a:r>
          </a:p>
          <a:p>
            <a:pPr lvl="1"/>
            <a:r>
              <a:t>Mengapa props penting?</a:t>
            </a:r>
          </a:p>
          <a:p>
            <a:pPr lvl="1"/>
            <a:r>
              <a:t>Apa manfaat reusable component?</a:t>
            </a:r>
          </a:p>
          <a:p>
            <a:pPr lvl="1"/>
            <a:r>
              <a:t>Mengapa state memicu render ulang?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erlin">
  <a:themeElements>
    <a:clrScheme name="Berlin">
      <a:dk1>
        <a:sysClr val="windowText" lastClr="000000"/>
      </a:dk1>
      <a:lt1>
        <a:sysClr val="window" lastClr="FFFFFF"/>
      </a:lt1>
      <a:dk2>
        <a:srgbClr val="9D360E"/>
      </a:dk2>
      <a:lt2>
        <a:srgbClr val="E7E6E6"/>
      </a:lt2>
      <a:accent1>
        <a:srgbClr val="F09415"/>
      </a:accent1>
      <a:accent2>
        <a:srgbClr val="C1B56B"/>
      </a:accent2>
      <a:accent3>
        <a:srgbClr val="4BAF73"/>
      </a:accent3>
      <a:accent4>
        <a:srgbClr val="5AA6C0"/>
      </a:accent4>
      <a:accent5>
        <a:srgbClr val="D17DF9"/>
      </a:accent5>
      <a:accent6>
        <a:srgbClr val="FA7E5C"/>
      </a:accent6>
      <a:hlink>
        <a:srgbClr val="FFAE3E"/>
      </a:hlink>
      <a:folHlink>
        <a:srgbClr val="FCC77E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0CBE056-4EF4-4D92-969E-947779DA7AA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Berlin</Template>
  <TotalTime>9</TotalTime>
  <Words>439</Words>
  <Application>Microsoft Office PowerPoint</Application>
  <PresentationFormat>Widescreen</PresentationFormat>
  <Paragraphs>94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Trebuchet MS</vt:lpstr>
      <vt:lpstr>Berlin</vt:lpstr>
      <vt:lpstr>Pemrograman Perangkat Mobile II Pertemuan 2</vt:lpstr>
      <vt:lpstr>Tujuan Pertemuan</vt:lpstr>
      <vt:lpstr>Mengapa Konsep Modular Penting?</vt:lpstr>
      <vt:lpstr>Apa itu Functional Component?</vt:lpstr>
      <vt:lpstr>Contoh Functional Component</vt:lpstr>
      <vt:lpstr>Apa itu Props?</vt:lpstr>
      <vt:lpstr>Analogi Props</vt:lpstr>
      <vt:lpstr>Contoh Penggunaan Props</vt:lpstr>
      <vt:lpstr>Reusable Component</vt:lpstr>
      <vt:lpstr>Contoh Reusable Button</vt:lpstr>
      <vt:lpstr>Apa itu State?</vt:lpstr>
      <vt:lpstr>Hook useState</vt:lpstr>
      <vt:lpstr>Contoh Counter dengan useState</vt:lpstr>
      <vt:lpstr>Bagaimana React Bekerja?</vt:lpstr>
      <vt:lpstr>Praktikum Hari Ini</vt:lpstr>
      <vt:lpstr>Tugas Individu</vt:lpstr>
      <vt:lpstr>Kriteria Penilaian</vt:lpstr>
      <vt:lpstr>Refleksi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Pemrograman Perangkat Mobile II Pertemuan 2</dc:title>
  <dc:subject/>
  <dc:creator>Edi Suherlan</dc:creator>
  <cp:keywords/>
  <dc:description>generated using python-pptx</dc:description>
  <cp:lastModifiedBy>Edi Suherlan</cp:lastModifiedBy>
  <cp:revision>4</cp:revision>
  <dcterms:created xsi:type="dcterms:W3CDTF">2013-01-27T09:14:16Z</dcterms:created>
  <dcterms:modified xsi:type="dcterms:W3CDTF">2026-02-25T22:47:42Z</dcterms:modified>
  <cp:category/>
</cp:coreProperties>
</file>